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5C705-0444-4C94-AB9F-1B2C6D2EB3A5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1E44F-A534-455D-9315-6E41C9BF5D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3119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E44F-A534-455D-9315-6E41C9BF5D1F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806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E44F-A534-455D-9315-6E41C9BF5D1F}" type="slidenum">
              <a:rPr lang="en-AE" smtClean="0"/>
              <a:t>12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0140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D67B-204C-7E92-64E9-1B75CABE3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B5B3E-4ABE-389C-2197-FF483428F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D5BB-034B-A6BF-E513-C21D2A2A2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6D0F5-0941-81CF-1CFB-4E90A2D6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E8DC3-64C5-C682-DCD6-A7FEB374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176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08D9-3BD0-2651-61B7-468A84D6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E16E-D70A-EC1A-F0EA-0311EF700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C0667-7DF4-9CEF-AA03-03DDC6CEE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06B78-B936-20DC-FF83-8DC4F623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0B75-2220-8AB2-988F-E6136044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830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BC60-5738-F7C8-25BE-37C18171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87724-2D3A-375F-43EA-2F99F91A4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78FA-EDC5-478B-561D-53F4C5B05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CF047-E294-1A06-3001-2BD8355A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00482-53E5-83C0-9D9A-664BBCAC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8631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72A6-60FF-8475-08E8-598C2F26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CCF8-1703-CD43-2175-EF5FA990B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1B2D2-AA62-6C7E-BC88-C6DCFFE0D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C0A60-87FD-204A-653C-EC3D7874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070E5-11C0-800F-C559-7A1934A6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072B2-AD04-4E29-2B43-8EF60425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2848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557C-6E65-DE22-7741-8A45F8D7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54E7E-1531-DAD7-D920-3421982F9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51395-89E4-EC7C-9FC8-C7A9EF0AA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D6AF1-05B3-EC14-BBBA-0756A758D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C95F3-767B-9653-6E34-8FDF087BB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1A6443-539E-9FD8-906F-C033BCFA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F87B4-F887-3534-1988-FD0A0743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F2D77-D12D-D8E5-C731-2634E33E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164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42CD-5308-C996-AAA8-86A08BFA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31FC2-CC1B-473E-4189-4B3CFC7A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71DC2-E735-FF68-D80A-AA5FA14D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573E0-C23B-AF2C-4D52-68494666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3855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C35F3-B3B6-700F-7A0F-2DD053C7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748CE-AE55-4B8B-62F7-483EAD8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5C531-837C-A469-AD9D-6083D90C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762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208B-4C8D-A29D-1537-96A0460B0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D45E7-5B1B-1D48-0134-3F11304A8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79041-3075-5C55-A906-2EC1EA255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2EFA3-A445-4585-F0C3-67005145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F9F63-FD5F-465D-908B-109DD63D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D09D7-4B00-1CB7-4B14-8C5E1A3F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9729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E00D-E3DD-7AAA-D25D-AE167BB7C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C4CA8-B9D7-5DB7-DD88-D36538C90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D2C22-012A-9001-2337-386AE103C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7B65E-2976-F526-4C04-E2BFBF48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884C7-C5B7-2DA2-1F75-665AF461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88BCB-A755-31AD-DE15-B819EB58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699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D042-AE0D-EF42-5AA4-3306D831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0D70D-87CA-CFA6-ADD4-9DFB33EB5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953C0-9F0D-8991-5903-A803ECE94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AB84-2F4A-28A5-4A7C-59A6F890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B351-B672-54E7-1552-D799F249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12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546D0F-E464-E4C2-57F7-66EF3462F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99583-8168-FF8B-D60D-CCFC88DCD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2CE39-5593-EF9F-5D46-9F872C6E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BDBEA-833F-AD20-4D52-1339CB66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C62F3-6763-DD1C-5154-FC15F278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466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BA87D-8250-B9DB-5375-3E4AC39B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413B4-3D80-9481-DAF3-A5484209F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2BCEB-6FF4-F89A-37D1-31A324CC9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3D3DD-25C1-4F26-8104-CD1F483F3F67}" type="datetimeFigureOut">
              <a:rPr lang="en-AE" smtClean="0"/>
              <a:t>03/11/2025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65CE-9782-8610-0853-57BB193BE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B93DE-C7DD-D6CD-347C-FB9AC71F1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8678C-4BFB-42A3-8013-87AD67A89C7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27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EBD4-9129-07B8-A343-D63A56B0E9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SUMMATIVE ASSESSMENT </a:t>
            </a:r>
            <a:br>
              <a:rPr lang="en-US" dirty="0"/>
            </a:br>
            <a:r>
              <a:rPr lang="en-US" sz="4000" dirty="0"/>
              <a:t>INTRODUCTION TO PROGRAMMING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BD716-5675-DE04-A1FD-15BE22A98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Beenish Idrees | CC4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7577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9160-E25E-2ED2-3859-D51B647C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Coding is cool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A1BF6D-FB25-0111-5003-E4FB9A557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086179"/>
            <a:ext cx="3603435" cy="123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6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0E86-DCD3-3920-4635-E430EE88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Simple sums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D10ADD-14FD-66FF-EEDA-6FBE7B844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6237"/>
            <a:ext cx="3466342" cy="106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8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CF75-EED4-DABB-EEDF-E1C8A117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3: Biography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E6756-FE7D-03BF-6F1B-539BC90F3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03016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9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1E96-C349-9467-D951-82D56276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4: Primitive Quiz</a:t>
            </a:r>
            <a:endParaRPr lang="en-A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054DA-85FB-DEC6-A6D6-660BAB2D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83164-A50D-24AC-86FD-EE6ADC6B3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799" b="54567"/>
          <a:stretch>
            <a:fillRect/>
          </a:stretch>
        </p:blipFill>
        <p:spPr>
          <a:xfrm>
            <a:off x="483868" y="1657920"/>
            <a:ext cx="5506086" cy="3917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A8D5CD-EF8C-2A4E-F78B-E8B483AC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14" t="43682" b="9181"/>
          <a:stretch>
            <a:fillRect/>
          </a:stretch>
        </p:blipFill>
        <p:spPr>
          <a:xfrm>
            <a:off x="6202048" y="1657920"/>
            <a:ext cx="5363846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8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E3F5-44A4-CBB4-CAA0-66B0B6B5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5: Days of the month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66A6-8B34-EA7A-AA0D-7C64A221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570CE-83BF-1D61-C2B6-5564AE9B6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b="14494"/>
          <a:stretch>
            <a:fillRect/>
          </a:stretch>
        </p:blipFill>
        <p:spPr>
          <a:xfrm>
            <a:off x="838200" y="1690688"/>
            <a:ext cx="6620798" cy="1336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99EAC4-B059-2623-0ADD-AC14DD947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619"/>
          <a:stretch>
            <a:fillRect/>
          </a:stretch>
        </p:blipFill>
        <p:spPr>
          <a:xfrm>
            <a:off x="838200" y="3472499"/>
            <a:ext cx="6620798" cy="879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4A3152-FD73-8A41-EEDB-BE9A9D50DF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89" r="33403"/>
          <a:stretch>
            <a:fillRect/>
          </a:stretch>
        </p:blipFill>
        <p:spPr>
          <a:xfrm>
            <a:off x="838200" y="4798061"/>
            <a:ext cx="6620798" cy="129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1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5B36-3D60-9C5A-9081-007AEC9D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6: Brute force attack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9D13F-0383-8AB3-1C46-67283EE21F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218" b="-4798"/>
          <a:stretch>
            <a:fillRect/>
          </a:stretch>
        </p:blipFill>
        <p:spPr>
          <a:xfrm>
            <a:off x="838200" y="2252128"/>
            <a:ext cx="8132262" cy="325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6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344E-0F88-ECA6-5F45-5A6744FD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335499"/>
            <a:ext cx="10515600" cy="1325563"/>
          </a:xfrm>
        </p:spPr>
        <p:txBody>
          <a:bodyPr/>
          <a:lstStyle/>
          <a:p>
            <a:r>
              <a:rPr lang="en-US" dirty="0"/>
              <a:t>Exercise 7: Some counting</a:t>
            </a:r>
            <a:endParaRPr lang="en-A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9C09A8-B03E-CF73-3842-4E380DD5539F}"/>
              </a:ext>
            </a:extLst>
          </p:cNvPr>
          <p:cNvGrpSpPr/>
          <p:nvPr/>
        </p:nvGrpSpPr>
        <p:grpSpPr>
          <a:xfrm>
            <a:off x="1826638" y="1453515"/>
            <a:ext cx="8874553" cy="5068986"/>
            <a:chOff x="729358" y="1453515"/>
            <a:chExt cx="8874553" cy="50689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C4AB46-FBF1-067A-FB3C-11D6587E2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" r="-2962" b="26518"/>
            <a:stretch>
              <a:fillRect/>
            </a:stretch>
          </p:blipFill>
          <p:spPr>
            <a:xfrm>
              <a:off x="729358" y="1453515"/>
              <a:ext cx="3476882" cy="506898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C34EFE-6748-3E48-62FD-AEBACC831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387" r="87608" b="-309"/>
            <a:stretch>
              <a:fillRect/>
            </a:stretch>
          </p:blipFill>
          <p:spPr>
            <a:xfrm>
              <a:off x="4206240" y="1453515"/>
              <a:ext cx="629919" cy="506898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E98D472-0F2C-49C1-BFCE-14AB60BD9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462"/>
            <a:stretch>
              <a:fillRect/>
            </a:stretch>
          </p:blipFill>
          <p:spPr>
            <a:xfrm>
              <a:off x="5188841" y="1453515"/>
              <a:ext cx="3601812" cy="506898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80B76F-383E-56B9-B5B9-850F4C300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4859" b="-118"/>
            <a:stretch>
              <a:fillRect/>
            </a:stretch>
          </p:blipFill>
          <p:spPr>
            <a:xfrm>
              <a:off x="9001776" y="1453515"/>
              <a:ext cx="602135" cy="50689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52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A3C013-7368-373B-39C7-5C1349EC2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3" b="3206"/>
          <a:stretch>
            <a:fillRect/>
          </a:stretch>
        </p:blipFill>
        <p:spPr>
          <a:xfrm>
            <a:off x="203579" y="1930485"/>
            <a:ext cx="3657222" cy="4592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5524CD-5814-D9A9-D675-DC29A8B9B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4" r="1729"/>
          <a:stretch>
            <a:fillRect/>
          </a:stretch>
        </p:blipFill>
        <p:spPr>
          <a:xfrm>
            <a:off x="4014635" y="1930485"/>
            <a:ext cx="3950616" cy="45920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EC4603-51B3-6F3D-E4BE-A6BA26F1D1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9" r="13060" b="1125"/>
          <a:stretch>
            <a:fillRect/>
          </a:stretch>
        </p:blipFill>
        <p:spPr>
          <a:xfrm>
            <a:off x="8119085" y="1930485"/>
            <a:ext cx="3950616" cy="459201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4E1BC46-29B5-7AD0-7A6F-68626318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335499"/>
            <a:ext cx="10515600" cy="1325563"/>
          </a:xfrm>
        </p:spPr>
        <p:txBody>
          <a:bodyPr/>
          <a:lstStyle/>
          <a:p>
            <a:r>
              <a:rPr lang="en-US" dirty="0"/>
              <a:t>Exercise 7: continue..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2727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712AE-2070-A672-9BCD-38623F23B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66" t="59496" r="-763" b="19967"/>
          <a:stretch>
            <a:fillRect/>
          </a:stretch>
        </p:blipFill>
        <p:spPr>
          <a:xfrm>
            <a:off x="838200" y="3429000"/>
            <a:ext cx="6207760" cy="428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DF6DB0-919A-3579-C6EA-0A598ACB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408" b="79463"/>
          <a:stretch>
            <a:fillRect/>
          </a:stretch>
        </p:blipFill>
        <p:spPr>
          <a:xfrm>
            <a:off x="838200" y="2243628"/>
            <a:ext cx="6353921" cy="42845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9FA01B6-9D88-5CD8-2A05-804EF4E5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8: Simple search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9028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3DB4-0CE3-42C4-761D-23001B69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9: Hello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898682-7B32-AFDD-99DD-EE89BC0D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4710"/>
            <a:ext cx="4210638" cy="1952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E8CA9-2821-6CE0-A26B-067308487B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138" r="43597" b="-1758"/>
          <a:stretch>
            <a:fillRect/>
          </a:stretch>
        </p:blipFill>
        <p:spPr>
          <a:xfrm>
            <a:off x="838201" y="4074160"/>
            <a:ext cx="4210637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B463-6CCB-F906-1354-C692E4B4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10: Is it even?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0AACF6-13F2-8181-7484-3ECD5DFDD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20034"/>
            <a:ext cx="6967075" cy="75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D26ECA-19F6-93C6-5EB2-8D74DC242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664" r="15896" b="6039"/>
          <a:stretch>
            <a:fillRect/>
          </a:stretch>
        </p:blipFill>
        <p:spPr>
          <a:xfrm>
            <a:off x="838200" y="3319876"/>
            <a:ext cx="6967075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5EE364-2CB6-A0C2-EF73-AB0E719D43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0" t="-1" r="35085" b="-4798"/>
          <a:stretch>
            <a:fillRect/>
          </a:stretch>
        </p:blipFill>
        <p:spPr>
          <a:xfrm>
            <a:off x="838200" y="4577042"/>
            <a:ext cx="6967075" cy="79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54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4387</TotalTime>
  <Words>71</Words>
  <Application>Microsoft Office PowerPoint</Application>
  <PresentationFormat>Widescreen</PresentationFormat>
  <Paragraphs>15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SUMMATIVE ASSESSMENT  INTRODUCTION TO PROGRAMMING</vt:lpstr>
      <vt:lpstr>Exercise 1: Coding is cool</vt:lpstr>
      <vt:lpstr>Exercise 2: Simple sums</vt:lpstr>
      <vt:lpstr>Exercise 3: Biography</vt:lpstr>
      <vt:lpstr>Exercise 4: Primitive Quiz</vt:lpstr>
      <vt:lpstr>Exercise 5: Days of the month</vt:lpstr>
      <vt:lpstr>Exercise 6: Brute force attack</vt:lpstr>
      <vt:lpstr>Exercise 7: Some counting</vt:lpstr>
      <vt:lpstr>Exercise 7: continue..</vt:lpstr>
      <vt:lpstr>Exercise 8: Simple search</vt:lpstr>
      <vt:lpstr>Exercise 9: Hello</vt:lpstr>
      <vt:lpstr>Exercise 10: Is it even?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6</cp:revision>
  <dcterms:created xsi:type="dcterms:W3CDTF">2025-10-29T18:48:35Z</dcterms:created>
  <dcterms:modified xsi:type="dcterms:W3CDTF">2025-11-05T13:58:04Z</dcterms:modified>
</cp:coreProperties>
</file>